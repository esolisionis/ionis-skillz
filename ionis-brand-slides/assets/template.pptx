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2" r:id="rId2"/>
  </p:sldMasterIdLst>
  <p:notesMasterIdLst>
    <p:notesMasterId r:id="rId4"/>
  </p:notesMasterIdLst>
  <p:handoutMasterIdLst>
    <p:handoutMasterId r:id="rId5"/>
  </p:handoutMasterIdLst>
  <p:sldIdLst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6327" autoAdjust="0"/>
  </p:normalViewPr>
  <p:slideViewPr>
    <p:cSldViewPr snapToGrid="0">
      <p:cViewPr varScale="1">
        <p:scale>
          <a:sx n="119" d="100"/>
          <a:sy n="119" d="100"/>
        </p:scale>
        <p:origin x="672" y="1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240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E9A09F-289C-6301-1000-4076AFFC78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-11722" y="0"/>
            <a:ext cx="6868135" cy="751115"/>
          </a:xfrm>
          <a:prstGeom prst="rect">
            <a:avLst/>
          </a:prstGeom>
        </p:spPr>
        <p:txBody>
          <a:bodyPr vert="horz" lIns="457200" tIns="45720" rIns="91440" bIns="45720" rtlCol="0"/>
          <a:lstStyle>
            <a:lvl1pPr algn="l">
              <a:defRPr sz="1200"/>
            </a:lvl1pPr>
          </a:lstStyle>
          <a:p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4669C4-47BF-7BC8-4DDA-8F716CE497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" y="8927122"/>
            <a:ext cx="754551" cy="2168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13ACC353-9AC4-4B36-8F54-9434BCE45D64}" type="datetimeFigureOut">
              <a:rPr lang="en-US" sz="900" smtClean="0">
                <a:solidFill>
                  <a:schemeClr val="tx2"/>
                </a:solidFill>
              </a:rPr>
              <a:pPr algn="l"/>
              <a:t>9/17/2024</a:t>
            </a:fld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C7EC6-A43D-0DBE-F13D-99323E1EA6D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763466" y="8927124"/>
            <a:ext cx="5331069" cy="2168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algn="ctr"/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B1289-8DFF-B391-D08F-33868E7076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103450" y="8927124"/>
            <a:ext cx="754551" cy="2168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FA83D-391F-4334-9BCB-B865C3F9847F}" type="slidenum">
              <a:rPr lang="en-US" sz="900" smtClean="0">
                <a:solidFill>
                  <a:schemeClr val="tx2"/>
                </a:solidFill>
              </a:rPr>
              <a:t>‹#›</a:t>
            </a:fld>
            <a:endParaRPr lang="en-US" sz="9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062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6858000" cy="458788"/>
          </a:xfrm>
          <a:prstGeom prst="rect">
            <a:avLst/>
          </a:prstGeom>
        </p:spPr>
        <p:txBody>
          <a:bodyPr vert="horz" lIns="274320" tIns="45720" rIns="91440" bIns="45720" rtlCol="0"/>
          <a:lstStyle>
            <a:lvl1pPr algn="l">
              <a:defRPr sz="12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0" y="8950568"/>
            <a:ext cx="767862" cy="1934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91D3E4C6-8F93-49D5-90DC-5F72130A2545}" type="datetimeFigureOut">
              <a:rPr lang="en-US" smtClean="0"/>
              <a:pPr/>
              <a:t>9/17/2024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8288" y="776288"/>
            <a:ext cx="6316662" cy="3554412"/>
          </a:xfrm>
          <a:prstGeom prst="rect">
            <a:avLst/>
          </a:prstGeom>
          <a:noFill/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66700" y="4493442"/>
            <a:ext cx="6313714" cy="42944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046285" y="8950570"/>
            <a:ext cx="4765431" cy="1934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283569" y="8950570"/>
            <a:ext cx="572844" cy="1934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092A4339-F201-4A63-84FA-05BD09B175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01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7475" indent="-117475" algn="l" defTabSz="914400" rtl="0" eaLnBrk="1" latinLnBrk="0" hangingPunct="1">
      <a:spcBef>
        <a:spcPts val="400"/>
      </a:spcBef>
      <a:spcAft>
        <a:spcPts val="400"/>
      </a:spcAft>
      <a:buClr>
        <a:schemeClr val="tx2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87338" indent="-117475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457200" indent="-111125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74675" indent="-117475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85800" indent="-111125" algn="l" defTabSz="914400" rtl="0" eaLnBrk="1" latinLnBrk="0" hangingPunct="1">
      <a:spcAft>
        <a:spcPts val="300"/>
      </a:spcAft>
      <a:buClr>
        <a:schemeClr val="tx2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6700" y="776288"/>
            <a:ext cx="6318250" cy="35544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A4339-F201-4A63-84FA-05BD09B1757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50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Wing">
            <a:extLst>
              <a:ext uri="{FF2B5EF4-FFF2-40B4-BE49-F238E27FC236}">
                <a16:creationId xmlns:a16="http://schemas.microsoft.com/office/drawing/2014/main" id="{AFD307AC-1B8E-0895-64A2-0E23B27AE0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625" t="-2049" b="4231"/>
          <a:stretch/>
        </p:blipFill>
        <p:spPr>
          <a:xfrm>
            <a:off x="-4093" y="0"/>
            <a:ext cx="210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A76618-3B7F-7EF8-1464-63F341FF9B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838" y="2743200"/>
            <a:ext cx="10058400" cy="1453323"/>
          </a:xfrm>
        </p:spPr>
        <p:txBody>
          <a:bodyPr anchor="b"/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33586-D970-3B04-B46A-A09E22BB3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838" y="4936814"/>
            <a:ext cx="10058400" cy="792066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Ionis Logo">
            <a:extLst>
              <a:ext uri="{FF2B5EF4-FFF2-40B4-BE49-F238E27FC236}">
                <a16:creationId xmlns:a16="http://schemas.microsoft.com/office/drawing/2014/main" id="{5A1DA01E-1DC6-B879-F16D-6E3CFD7386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838" y="647910"/>
            <a:ext cx="2935605" cy="9589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CDC062A-CF0E-AA6A-0EA7-2CCD1AFDD925}"/>
              </a:ext>
            </a:extLst>
          </p:cNvPr>
          <p:cNvSpPr>
            <a:spLocks/>
          </p:cNvSpPr>
          <p:nvPr userDrawn="1"/>
        </p:nvSpPr>
        <p:spPr bwMode="invGray">
          <a:xfrm>
            <a:off x="477838" y="4516834"/>
            <a:ext cx="2841309" cy="149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BBE8C-6925-6672-8EB9-57C7B17FA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D8EA3-2449-3C97-F7EB-EB880B393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36F29-97B3-5B94-B9AE-A1E6778B8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9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Wing">
            <a:extLst>
              <a:ext uri="{FF2B5EF4-FFF2-40B4-BE49-F238E27FC236}">
                <a16:creationId xmlns:a16="http://schemas.microsoft.com/office/drawing/2014/main" id="{C84E80A4-D783-F08A-4ECC-BFF2FD036C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625" t="-2049" b="4231"/>
          <a:stretch/>
        </p:blipFill>
        <p:spPr>
          <a:xfrm>
            <a:off x="-4093" y="0"/>
            <a:ext cx="210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D8E2AA-6F55-FE8B-A8ED-F12361A131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838" y="2743199"/>
            <a:ext cx="10058400" cy="1453323"/>
          </a:xfrm>
        </p:spPr>
        <p:txBody>
          <a:bodyPr anchor="b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Section Header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F5911-387A-9597-1B52-E5E276D9A7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7838" y="4936814"/>
            <a:ext cx="10058400" cy="79206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FED1FD-2337-766B-26C3-9D905419507B}"/>
              </a:ext>
            </a:extLst>
          </p:cNvPr>
          <p:cNvSpPr/>
          <p:nvPr userDrawn="1"/>
        </p:nvSpPr>
        <p:spPr bwMode="invGray">
          <a:xfrm>
            <a:off x="477838" y="4516834"/>
            <a:ext cx="2841309" cy="149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err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FEF53-18C2-525C-0AD4-3508DE29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0149-45BF-70CE-F1DC-05623066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A1105-189E-40E1-7AA5-45238F89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37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Wing">
            <a:extLst>
              <a:ext uri="{FF2B5EF4-FFF2-40B4-BE49-F238E27FC236}">
                <a16:creationId xmlns:a16="http://schemas.microsoft.com/office/drawing/2014/main" id="{FE34C912-3F8D-D24D-B8A0-934104156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625" t="-2049" b="4231"/>
          <a:stretch/>
        </p:blipFill>
        <p:spPr>
          <a:xfrm>
            <a:off x="-4093" y="0"/>
            <a:ext cx="210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248A11-665A-7245-CDCF-802FC3818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838" y="2743199"/>
            <a:ext cx="10058400" cy="1453323"/>
          </a:xfrm>
        </p:spPr>
        <p:txBody>
          <a:bodyPr anchor="b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Section Header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F541A-2C20-DECF-8BD6-FAD856825A69}"/>
              </a:ext>
            </a:extLst>
          </p:cNvPr>
          <p:cNvSpPr/>
          <p:nvPr userDrawn="1"/>
        </p:nvSpPr>
        <p:spPr bwMode="gray">
          <a:xfrm>
            <a:off x="477838" y="4516834"/>
            <a:ext cx="2841309" cy="149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err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ADF83B-09FC-FF14-322A-C526AE042E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838" y="4937125"/>
            <a:ext cx="10058400" cy="83343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8A378-203F-188F-B519-F83939B15F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CF26D-5539-F1B2-54B6-F2B6353017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50DAD-2AED-66AB-CE73-005D773BDBB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8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447188E-8970-618B-EA11-58CE96CF6379}"/>
              </a:ext>
            </a:extLst>
          </p:cNvPr>
          <p:cNvSpPr/>
          <p:nvPr userDrawn="1"/>
        </p:nvSpPr>
        <p:spPr bwMode="invGray">
          <a:xfrm>
            <a:off x="0" y="0"/>
            <a:ext cx="46911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6C119-A875-21F6-EF4E-12F3FF1150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65256" y="837580"/>
            <a:ext cx="3184525" cy="790738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[Agenda]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761FA1-F88A-0E8A-259A-208E5FB962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277088" y="1258084"/>
            <a:ext cx="409575" cy="415925"/>
          </a:xfrm>
        </p:spPr>
        <p:txBody>
          <a:bodyPr rIns="182880"/>
          <a:lstStyle>
            <a:lvl1pPr marL="0" indent="0" algn="r">
              <a:buFontTx/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EE7855-131A-CB20-32D6-F92D6504B7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5744" y="1258083"/>
            <a:ext cx="6584950" cy="415925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228600" indent="0">
              <a:buNone/>
              <a:defRPr/>
            </a:lvl2pPr>
            <a:lvl3pPr marL="515937" indent="0">
              <a:buNone/>
              <a:defRPr/>
            </a:lvl3pPr>
            <a:lvl4pPr marL="685800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Agenda Topic 1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B53A7DAF-7882-16CE-0B56-D289285322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4277088" y="2059384"/>
            <a:ext cx="409575" cy="415925"/>
          </a:xfrm>
        </p:spPr>
        <p:txBody>
          <a:bodyPr rIns="182880"/>
          <a:lstStyle>
            <a:lvl1pPr marL="0" indent="0" algn="r">
              <a:buFontTx/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5F75D070-165A-0DF2-2C08-12E8557183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5744" y="2059383"/>
            <a:ext cx="6584950" cy="415925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228600" indent="0">
              <a:buNone/>
              <a:defRPr/>
            </a:lvl2pPr>
            <a:lvl3pPr marL="515937" indent="0">
              <a:buNone/>
              <a:defRPr/>
            </a:lvl3pPr>
            <a:lvl4pPr marL="685800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Agenda Topic 2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FF275924-FEC6-38DE-A438-3030CD71A8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invGray">
          <a:xfrm>
            <a:off x="4277088" y="2860684"/>
            <a:ext cx="409575" cy="415925"/>
          </a:xfrm>
        </p:spPr>
        <p:txBody>
          <a:bodyPr rIns="182880"/>
          <a:lstStyle>
            <a:lvl1pPr marL="0" indent="0" algn="r">
              <a:buFontTx/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0D5C0EA-C142-F652-7CF5-C8CF234F23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5744" y="2860683"/>
            <a:ext cx="6584950" cy="415925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228600" indent="0">
              <a:buNone/>
              <a:defRPr/>
            </a:lvl2pPr>
            <a:lvl3pPr marL="515937" indent="0">
              <a:buNone/>
              <a:defRPr/>
            </a:lvl3pPr>
            <a:lvl4pPr marL="685800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Agenda Topic 3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F92B4E0B-961D-CA18-B61E-7AC4E5D9A2F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invGray">
          <a:xfrm>
            <a:off x="4277088" y="3661984"/>
            <a:ext cx="409575" cy="415925"/>
          </a:xfrm>
        </p:spPr>
        <p:txBody>
          <a:bodyPr rIns="182880"/>
          <a:lstStyle>
            <a:lvl1pPr marL="0" indent="0" algn="r">
              <a:buFontTx/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EC8613C6-C642-3026-9779-2B5CA16CD4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95744" y="3661983"/>
            <a:ext cx="6584950" cy="415925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228600" indent="0">
              <a:buNone/>
              <a:defRPr/>
            </a:lvl2pPr>
            <a:lvl3pPr marL="515937" indent="0">
              <a:buNone/>
              <a:defRPr/>
            </a:lvl3pPr>
            <a:lvl4pPr marL="685800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Agenda Topic 4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89003F21-D92F-4E0D-F3F1-8F546E5863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invGray">
          <a:xfrm>
            <a:off x="4277088" y="4463284"/>
            <a:ext cx="409575" cy="415925"/>
          </a:xfrm>
        </p:spPr>
        <p:txBody>
          <a:bodyPr rIns="182880"/>
          <a:lstStyle>
            <a:lvl1pPr marL="0" indent="0" algn="r">
              <a:buFontTx/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E31F81F6-0035-B70D-DC3A-71F191E2C0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5744" y="4463283"/>
            <a:ext cx="6584950" cy="415925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228600" indent="0">
              <a:buNone/>
              <a:defRPr/>
            </a:lvl2pPr>
            <a:lvl3pPr marL="515937" indent="0">
              <a:buNone/>
              <a:defRPr/>
            </a:lvl3pPr>
            <a:lvl4pPr marL="685800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Agenda Topic 5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60A83D3-9146-E3D5-DB0E-E868268DFD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4277088" y="5264582"/>
            <a:ext cx="409575" cy="415925"/>
          </a:xfrm>
        </p:spPr>
        <p:txBody>
          <a:bodyPr rIns="182880"/>
          <a:lstStyle>
            <a:lvl1pPr marL="0" indent="0" algn="r">
              <a:buFontTx/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C8D11245-83B8-1077-2618-746BB19DB6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5744" y="5264581"/>
            <a:ext cx="6584950" cy="415925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228600" indent="0">
              <a:buNone/>
              <a:defRPr/>
            </a:lvl2pPr>
            <a:lvl3pPr marL="515937" indent="0">
              <a:buNone/>
              <a:defRPr/>
            </a:lvl3pPr>
            <a:lvl4pPr marL="685800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Agenda Topic 6</a:t>
            </a:r>
          </a:p>
        </p:txBody>
      </p:sp>
      <p:pic>
        <p:nvPicPr>
          <p:cNvPr id="25" name="Wing">
            <a:extLst>
              <a:ext uri="{FF2B5EF4-FFF2-40B4-BE49-F238E27FC236}">
                <a16:creationId xmlns:a16="http://schemas.microsoft.com/office/drawing/2014/main" id="{FA9EDF6F-0F69-24B8-9E77-3EDC82D0D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625" t="-2049" b="4231"/>
          <a:stretch/>
        </p:blipFill>
        <p:spPr>
          <a:xfrm>
            <a:off x="-4093" y="0"/>
            <a:ext cx="21082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4115A-D3CC-B024-AB8D-91D1951E082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CC5FF-3EA0-EBC3-8E62-5EC5B6358EE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BA172C-F666-E210-D67C-C57DF264A5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78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311A-E342-F4DC-4F38-780D654D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829A1-2388-D86C-AD32-7F192E17F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0EB4A-5CFD-8C70-D41E-07FB5DC3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A2E8A-DC01-BC3E-24B3-B6865C4C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1830D-B5E9-B9FC-C771-D6B56B612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70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25A8D4-C52F-C883-75F0-E1D1B2B2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B68E2-AE10-51D7-D80A-6E4CBA1E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27253-E857-943C-03EE-F79436343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BFC855-4333-9E92-8EBE-52FA7823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0B0AA8-F7A8-DF23-6EF1-3139265362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1257300"/>
            <a:ext cx="11582400" cy="2507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7BEFB31-1514-36A4-EA6D-95760E3579B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3855182"/>
            <a:ext cx="11582400" cy="2507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50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8A4E2-F467-932D-FFAF-94BA9A764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582400" cy="7907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5A559-6335-E6D3-7FDC-9ABF3D660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57300"/>
            <a:ext cx="57150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E94C1-2456-5881-9BE6-0D303E795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57300"/>
            <a:ext cx="57150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56647-E6D7-8C82-7C85-1F7707D8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C33A8-AB51-B8E1-211E-078738715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0B25D-00F8-9E1F-7CAF-D386567E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96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1DCE2-A3FA-7420-23AC-7B01D637D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257300"/>
            <a:ext cx="5692775" cy="700198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E51EE-5BE0-FAFB-3149-11870AA02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" y="2041451"/>
            <a:ext cx="5692775" cy="432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038FE7-7A75-51C1-E6CF-A9532F63E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6389" y="1257300"/>
            <a:ext cx="5720811" cy="700198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3DD3E-7A95-DE31-82FB-E37D1D48F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6389" y="2041451"/>
            <a:ext cx="5720811" cy="432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AFB7B6-B4DB-C57C-7197-14C711E4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E1543C-BAA2-4BBD-5F4A-1A522C78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820D22-DAF5-4BC2-2E43-6FE99BE5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56B0600-EC8D-9439-15A2-FCCF8A8C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582400" cy="7907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286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F737-6096-F1C5-57C7-5DE3BA6C3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582400" cy="7907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3398AA-B180-1B94-B87C-49F06BD7F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DC77BB-721F-68D5-909B-1B548FC3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A0109-1ACB-2621-7E5F-A2AF38C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6E827B-49ED-AF11-E8DC-A88798DF60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1257300"/>
            <a:ext cx="36576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A67C53A-4569-45A5-74B9-A5D81544E80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1257300"/>
            <a:ext cx="36576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A42DA97-2F8A-99A5-4A7C-03AE9E303D4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29600" y="1257300"/>
            <a:ext cx="36576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1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C55A4-9A31-DF52-A8FE-2D6D0803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1D55A0-32D1-CE31-52F9-904C8ECC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0DD54-A1F4-41C1-6D0F-D309F986F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1151B-FCA7-45A7-14EE-99CFD5D1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78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AF6B1-CEB1-A522-9251-F2AB3CE1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BD976-3E97-57E1-613C-643755B4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C515B-02AF-1E57-F59B-028C1DB8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92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ng Mask">
    <p:bg>
      <p:bgPr>
        <a:solidFill>
          <a:schemeClr val="tx2">
            <a:alpha val="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Wing Mask - Image">
            <a:extLst>
              <a:ext uri="{FF2B5EF4-FFF2-40B4-BE49-F238E27FC236}">
                <a16:creationId xmlns:a16="http://schemas.microsoft.com/office/drawing/2014/main" id="{800FC224-11B3-58AA-E85A-F3C6F6323E01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79" y="0"/>
            <a:ext cx="4691146" cy="6858000"/>
          </a:xfrm>
          <a:custGeom>
            <a:avLst/>
            <a:gdLst>
              <a:gd name="connsiteX0" fmla="*/ 0 w 4691146"/>
              <a:gd name="connsiteY0" fmla="*/ 0 h 6858000"/>
              <a:gd name="connsiteX1" fmla="*/ 4691146 w 4691146"/>
              <a:gd name="connsiteY1" fmla="*/ 0 h 6858000"/>
              <a:gd name="connsiteX2" fmla="*/ 4691146 w 4691146"/>
              <a:gd name="connsiteY2" fmla="*/ 6858000 h 6858000"/>
              <a:gd name="connsiteX3" fmla="*/ 0 w 4691146"/>
              <a:gd name="connsiteY3" fmla="*/ 6858000 h 6858000"/>
              <a:gd name="connsiteX4" fmla="*/ 0 w 4691146"/>
              <a:gd name="connsiteY4" fmla="*/ 5868396 h 6858000"/>
              <a:gd name="connsiteX5" fmla="*/ 495364 w 4691146"/>
              <a:gd name="connsiteY5" fmla="*/ 5414656 h 6858000"/>
              <a:gd name="connsiteX6" fmla="*/ 1282665 w 4691146"/>
              <a:gd name="connsiteY6" fmla="*/ 3732294 h 6858000"/>
              <a:gd name="connsiteX7" fmla="*/ 1282665 w 4691146"/>
              <a:gd name="connsiteY7" fmla="*/ 3724110 h 6858000"/>
              <a:gd name="connsiteX8" fmla="*/ 0 w 4691146"/>
              <a:gd name="connsiteY8" fmla="*/ 4878459 h 6858000"/>
              <a:gd name="connsiteX9" fmla="*/ 0 w 4691146"/>
              <a:gd name="connsiteY9" fmla="*/ 4510026 h 6858000"/>
              <a:gd name="connsiteX10" fmla="*/ 924751 w 4691146"/>
              <a:gd name="connsiteY10" fmla="*/ 3672823 h 6858000"/>
              <a:gd name="connsiteX11" fmla="*/ 1719964 w 4691146"/>
              <a:gd name="connsiteY11" fmla="*/ 1920351 h 6858000"/>
              <a:gd name="connsiteX12" fmla="*/ 0 w 4691146"/>
              <a:gd name="connsiteY12" fmla="*/ 3456278 h 6858000"/>
              <a:gd name="connsiteX13" fmla="*/ 0 w 4691146"/>
              <a:gd name="connsiteY13" fmla="*/ 3071834 h 6858000"/>
              <a:gd name="connsiteX14" fmla="*/ 1302034 w 4691146"/>
              <a:gd name="connsiteY14" fmla="*/ 1903984 h 6858000"/>
              <a:gd name="connsiteX15" fmla="*/ 2099429 w 4691146"/>
              <a:gd name="connsiteY15" fmla="*/ 153967 h 6858000"/>
              <a:gd name="connsiteX16" fmla="*/ 0 w 4691146"/>
              <a:gd name="connsiteY16" fmla="*/ 201531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91146" h="6858000">
                <a:moveTo>
                  <a:pt x="0" y="0"/>
                </a:moveTo>
                <a:lnTo>
                  <a:pt x="4691146" y="0"/>
                </a:lnTo>
                <a:lnTo>
                  <a:pt x="4691146" y="6858000"/>
                </a:lnTo>
                <a:lnTo>
                  <a:pt x="0" y="6858000"/>
                </a:lnTo>
                <a:lnTo>
                  <a:pt x="0" y="5868396"/>
                </a:lnTo>
                <a:lnTo>
                  <a:pt x="495364" y="5414656"/>
                </a:lnTo>
                <a:cubicBezTo>
                  <a:pt x="995679" y="4974356"/>
                  <a:pt x="1282665" y="4398747"/>
                  <a:pt x="1282665" y="3732294"/>
                </a:cubicBezTo>
                <a:lnTo>
                  <a:pt x="1282665" y="3724110"/>
                </a:lnTo>
                <a:lnTo>
                  <a:pt x="0" y="4878459"/>
                </a:lnTo>
                <a:lnTo>
                  <a:pt x="0" y="4510026"/>
                </a:lnTo>
                <a:lnTo>
                  <a:pt x="924751" y="3672823"/>
                </a:lnTo>
                <a:cubicBezTo>
                  <a:pt x="1430250" y="3230613"/>
                  <a:pt x="1719964" y="2591987"/>
                  <a:pt x="1719964" y="1920351"/>
                </a:cubicBezTo>
                <a:lnTo>
                  <a:pt x="0" y="3456278"/>
                </a:lnTo>
                <a:lnTo>
                  <a:pt x="0" y="3071834"/>
                </a:lnTo>
                <a:lnTo>
                  <a:pt x="1302034" y="1903984"/>
                </a:lnTo>
                <a:cubicBezTo>
                  <a:pt x="1808624" y="1463683"/>
                  <a:pt x="2099429" y="825330"/>
                  <a:pt x="2099429" y="153967"/>
                </a:cubicBezTo>
                <a:lnTo>
                  <a:pt x="0" y="201531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picture </a:t>
            </a:r>
            <a:br>
              <a:rPr lang="en-US" dirty="0"/>
            </a:br>
            <a:r>
              <a:rPr lang="en-US" dirty="0"/>
              <a:t>behind wing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47188E-8970-618B-EA11-58CE96CF6379}"/>
              </a:ext>
            </a:extLst>
          </p:cNvPr>
          <p:cNvSpPr/>
          <p:nvPr userDrawn="1"/>
        </p:nvSpPr>
        <p:spPr bwMode="invGray">
          <a:xfrm>
            <a:off x="4695825" y="0"/>
            <a:ext cx="74961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wing mask" hidden="1">
            <a:extLst>
              <a:ext uri="{FF2B5EF4-FFF2-40B4-BE49-F238E27FC236}">
                <a16:creationId xmlns:a16="http://schemas.microsoft.com/office/drawing/2014/main" id="{B0CBC9BF-70FC-CB55-FA48-62F2DAD20AC6}"/>
              </a:ext>
            </a:extLst>
          </p:cNvPr>
          <p:cNvGrpSpPr/>
          <p:nvPr userDrawn="1"/>
        </p:nvGrpSpPr>
        <p:grpSpPr>
          <a:xfrm>
            <a:off x="0" y="153967"/>
            <a:ext cx="2104108" cy="5718715"/>
            <a:chOff x="0" y="153967"/>
            <a:chExt cx="2104108" cy="5718715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70CAAE3-1748-B8F9-3605-D08B1BD36C0C}"/>
                </a:ext>
              </a:extLst>
            </p:cNvPr>
            <p:cNvSpPr/>
            <p:nvPr userDrawn="1"/>
          </p:nvSpPr>
          <p:spPr>
            <a:xfrm>
              <a:off x="0" y="153967"/>
              <a:ext cx="2104108" cy="2922064"/>
            </a:xfrm>
            <a:custGeom>
              <a:avLst/>
              <a:gdLst>
                <a:gd name="connsiteX0" fmla="*/ 2104108 w 2104108"/>
                <a:gd name="connsiteY0" fmla="*/ 0 h 2922064"/>
                <a:gd name="connsiteX1" fmla="*/ 1306713 w 2104108"/>
                <a:gd name="connsiteY1" fmla="*/ 1750017 h 2922064"/>
                <a:gd name="connsiteX2" fmla="*/ 0 w 2104108"/>
                <a:gd name="connsiteY2" fmla="*/ 2922064 h 2922064"/>
                <a:gd name="connsiteX3" fmla="*/ 0 w 2104108"/>
                <a:gd name="connsiteY3" fmla="*/ 1865493 h 2922064"/>
                <a:gd name="connsiteX4" fmla="*/ 2104108 w 2104108"/>
                <a:gd name="connsiteY4" fmla="*/ 0 h 2922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4108" h="2922064">
                  <a:moveTo>
                    <a:pt x="2104108" y="0"/>
                  </a:moveTo>
                  <a:cubicBezTo>
                    <a:pt x="2104108" y="671363"/>
                    <a:pt x="1813303" y="1309716"/>
                    <a:pt x="1306713" y="1750017"/>
                  </a:cubicBezTo>
                  <a:lnTo>
                    <a:pt x="0" y="2922064"/>
                  </a:lnTo>
                  <a:lnTo>
                    <a:pt x="0" y="1865493"/>
                  </a:lnTo>
                  <a:lnTo>
                    <a:pt x="2104108" y="0"/>
                  </a:lnTo>
                  <a:close/>
                </a:path>
              </a:pathLst>
            </a:custGeom>
            <a:solidFill>
              <a:schemeClr val="bg1">
                <a:alpha val="43000"/>
              </a:schemeClr>
            </a:solidFill>
            <a:ln w="16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6AF7123-AB68-5D0D-E9A1-E5602F293AAF}"/>
                </a:ext>
              </a:extLst>
            </p:cNvPr>
            <p:cNvSpPr/>
            <p:nvPr userDrawn="1"/>
          </p:nvSpPr>
          <p:spPr>
            <a:xfrm>
              <a:off x="0" y="1920351"/>
              <a:ext cx="1724643" cy="2593911"/>
            </a:xfrm>
            <a:custGeom>
              <a:avLst/>
              <a:gdLst>
                <a:gd name="connsiteX0" fmla="*/ 1724643 w 1724643"/>
                <a:gd name="connsiteY0" fmla="*/ 0 h 2593911"/>
                <a:gd name="connsiteX1" fmla="*/ 929430 w 1724643"/>
                <a:gd name="connsiteY1" fmla="*/ 1752472 h 2593911"/>
                <a:gd name="connsiteX2" fmla="*/ 0 w 1724643"/>
                <a:gd name="connsiteY2" fmla="*/ 2593911 h 2593911"/>
                <a:gd name="connsiteX3" fmla="*/ 0 w 1724643"/>
                <a:gd name="connsiteY3" fmla="*/ 1540105 h 2593911"/>
                <a:gd name="connsiteX4" fmla="*/ 1724643 w 1724643"/>
                <a:gd name="connsiteY4" fmla="*/ 0 h 259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4643" h="2593911">
                  <a:moveTo>
                    <a:pt x="1724643" y="0"/>
                  </a:moveTo>
                  <a:cubicBezTo>
                    <a:pt x="1724643" y="671636"/>
                    <a:pt x="1434929" y="1310262"/>
                    <a:pt x="929430" y="1752472"/>
                  </a:cubicBezTo>
                  <a:lnTo>
                    <a:pt x="0" y="2593911"/>
                  </a:lnTo>
                  <a:lnTo>
                    <a:pt x="0" y="1540105"/>
                  </a:lnTo>
                  <a:lnTo>
                    <a:pt x="1724643" y="0"/>
                  </a:lnTo>
                  <a:close/>
                </a:path>
              </a:pathLst>
            </a:custGeom>
            <a:solidFill>
              <a:schemeClr val="bg1">
                <a:alpha val="43000"/>
              </a:schemeClr>
            </a:solidFill>
            <a:ln w="16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049BA04-6738-98E9-6090-949FAFB30B00}"/>
                </a:ext>
              </a:extLst>
            </p:cNvPr>
            <p:cNvSpPr/>
            <p:nvPr userDrawn="1"/>
          </p:nvSpPr>
          <p:spPr>
            <a:xfrm>
              <a:off x="0" y="3724110"/>
              <a:ext cx="1287344" cy="2148572"/>
            </a:xfrm>
            <a:custGeom>
              <a:avLst/>
              <a:gdLst>
                <a:gd name="connsiteX0" fmla="*/ 1287344 w 1287344"/>
                <a:gd name="connsiteY0" fmla="*/ 0 h 2148572"/>
                <a:gd name="connsiteX1" fmla="*/ 1287344 w 1287344"/>
                <a:gd name="connsiteY1" fmla="*/ 8184 h 2148572"/>
                <a:gd name="connsiteX2" fmla="*/ 500043 w 1287344"/>
                <a:gd name="connsiteY2" fmla="*/ 1690546 h 2148572"/>
                <a:gd name="connsiteX3" fmla="*/ 0 w 1287344"/>
                <a:gd name="connsiteY3" fmla="*/ 2148572 h 2148572"/>
                <a:gd name="connsiteX4" fmla="*/ 0 w 1287344"/>
                <a:gd name="connsiteY4" fmla="*/ 1158560 h 2148572"/>
                <a:gd name="connsiteX5" fmla="*/ 1287344 w 1287344"/>
                <a:gd name="connsiteY5" fmla="*/ 0 h 214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7344" h="2148572">
                  <a:moveTo>
                    <a:pt x="1287344" y="0"/>
                  </a:moveTo>
                  <a:lnTo>
                    <a:pt x="1287344" y="8184"/>
                  </a:lnTo>
                  <a:cubicBezTo>
                    <a:pt x="1287344" y="674637"/>
                    <a:pt x="1000358" y="1250246"/>
                    <a:pt x="500043" y="1690546"/>
                  </a:cubicBezTo>
                  <a:lnTo>
                    <a:pt x="0" y="2148572"/>
                  </a:lnTo>
                  <a:lnTo>
                    <a:pt x="0" y="1158560"/>
                  </a:lnTo>
                  <a:lnTo>
                    <a:pt x="1287344" y="0"/>
                  </a:lnTo>
                  <a:close/>
                </a:path>
              </a:pathLst>
            </a:custGeom>
            <a:solidFill>
              <a:schemeClr val="bg1">
                <a:alpha val="43000"/>
              </a:schemeClr>
            </a:solidFill>
            <a:ln w="164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4" name="Content Placeholder 53">
            <a:extLst>
              <a:ext uri="{FF2B5EF4-FFF2-40B4-BE49-F238E27FC236}">
                <a16:creationId xmlns:a16="http://schemas.microsoft.com/office/drawing/2014/main" id="{9193279C-784E-D897-D2D1-FAD8C9D72484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895850" y="1257300"/>
            <a:ext cx="6991350" cy="5105400"/>
          </a:xfrm>
        </p:spPr>
        <p:txBody>
          <a:bodyPr/>
          <a:lstStyle>
            <a:lvl1pPr>
              <a:buClr>
                <a:schemeClr val="accent3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itle 54">
            <a:extLst>
              <a:ext uri="{FF2B5EF4-FFF2-40B4-BE49-F238E27FC236}">
                <a16:creationId xmlns:a16="http://schemas.microsoft.com/office/drawing/2014/main" id="{13078489-265B-75AC-4F9B-D1C43C24B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0" y="304800"/>
            <a:ext cx="6991350" cy="7907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17082E-E80C-5FFD-64B2-49EB97204D68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A009F-5E09-A518-70A6-0C5D0F14DB9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07609-53AB-994E-AF6D-E3DF81973F0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58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in W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447188E-8970-618B-EA11-58CE96CF6379}"/>
              </a:ext>
            </a:extLst>
          </p:cNvPr>
          <p:cNvSpPr/>
          <p:nvPr userDrawn="1"/>
        </p:nvSpPr>
        <p:spPr bwMode="invGray">
          <a:xfrm>
            <a:off x="2654301" y="0"/>
            <a:ext cx="95377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ontent Placeholder 53">
            <a:extLst>
              <a:ext uri="{FF2B5EF4-FFF2-40B4-BE49-F238E27FC236}">
                <a16:creationId xmlns:a16="http://schemas.microsoft.com/office/drawing/2014/main" id="{9193279C-784E-D897-D2D1-FAD8C9D72484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2959100" y="1257300"/>
            <a:ext cx="8928100" cy="5105400"/>
          </a:xfrm>
        </p:spPr>
        <p:txBody>
          <a:bodyPr/>
          <a:lstStyle>
            <a:lvl1pPr>
              <a:buClr>
                <a:schemeClr val="accent3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itle 54">
            <a:extLst>
              <a:ext uri="{FF2B5EF4-FFF2-40B4-BE49-F238E27FC236}">
                <a16:creationId xmlns:a16="http://schemas.microsoft.com/office/drawing/2014/main" id="{13078489-265B-75AC-4F9B-D1C43C24B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100" y="304800"/>
            <a:ext cx="8928100" cy="7907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71800E2-AC52-73A2-48C7-9B4A9B24338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153968"/>
            <a:ext cx="2104108" cy="5718715"/>
          </a:xfrm>
          <a:custGeom>
            <a:avLst/>
            <a:gdLst>
              <a:gd name="connsiteX0" fmla="*/ 1287344 w 2104108"/>
              <a:gd name="connsiteY0" fmla="*/ 3570143 h 5718715"/>
              <a:gd name="connsiteX1" fmla="*/ 1287344 w 2104108"/>
              <a:gd name="connsiteY1" fmla="*/ 3578327 h 5718715"/>
              <a:gd name="connsiteX2" fmla="*/ 500043 w 2104108"/>
              <a:gd name="connsiteY2" fmla="*/ 5260689 h 5718715"/>
              <a:gd name="connsiteX3" fmla="*/ 0 w 2104108"/>
              <a:gd name="connsiteY3" fmla="*/ 5718715 h 5718715"/>
              <a:gd name="connsiteX4" fmla="*/ 0 w 2104108"/>
              <a:gd name="connsiteY4" fmla="*/ 4728703 h 5718715"/>
              <a:gd name="connsiteX5" fmla="*/ 1724643 w 2104108"/>
              <a:gd name="connsiteY5" fmla="*/ 1766384 h 5718715"/>
              <a:gd name="connsiteX6" fmla="*/ 929430 w 2104108"/>
              <a:gd name="connsiteY6" fmla="*/ 3518856 h 5718715"/>
              <a:gd name="connsiteX7" fmla="*/ 0 w 2104108"/>
              <a:gd name="connsiteY7" fmla="*/ 4360295 h 5718715"/>
              <a:gd name="connsiteX8" fmla="*/ 0 w 2104108"/>
              <a:gd name="connsiteY8" fmla="*/ 3306489 h 5718715"/>
              <a:gd name="connsiteX9" fmla="*/ 2104108 w 2104108"/>
              <a:gd name="connsiteY9" fmla="*/ 0 h 5718715"/>
              <a:gd name="connsiteX10" fmla="*/ 1306713 w 2104108"/>
              <a:gd name="connsiteY10" fmla="*/ 1750017 h 5718715"/>
              <a:gd name="connsiteX11" fmla="*/ 0 w 2104108"/>
              <a:gd name="connsiteY11" fmla="*/ 2922064 h 5718715"/>
              <a:gd name="connsiteX12" fmla="*/ 0 w 2104108"/>
              <a:gd name="connsiteY12" fmla="*/ 1865493 h 5718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04108" h="5718715">
                <a:moveTo>
                  <a:pt x="1287344" y="3570143"/>
                </a:moveTo>
                <a:lnTo>
                  <a:pt x="1287344" y="3578327"/>
                </a:lnTo>
                <a:cubicBezTo>
                  <a:pt x="1287344" y="4244780"/>
                  <a:pt x="1000358" y="4820389"/>
                  <a:pt x="500043" y="5260689"/>
                </a:cubicBezTo>
                <a:lnTo>
                  <a:pt x="0" y="5718715"/>
                </a:lnTo>
                <a:lnTo>
                  <a:pt x="0" y="4728703"/>
                </a:lnTo>
                <a:close/>
                <a:moveTo>
                  <a:pt x="1724643" y="1766384"/>
                </a:moveTo>
                <a:cubicBezTo>
                  <a:pt x="1724643" y="2438020"/>
                  <a:pt x="1434929" y="3076646"/>
                  <a:pt x="929430" y="3518856"/>
                </a:cubicBezTo>
                <a:lnTo>
                  <a:pt x="0" y="4360295"/>
                </a:lnTo>
                <a:lnTo>
                  <a:pt x="0" y="3306489"/>
                </a:lnTo>
                <a:close/>
                <a:moveTo>
                  <a:pt x="2104108" y="0"/>
                </a:moveTo>
                <a:cubicBezTo>
                  <a:pt x="2104108" y="671363"/>
                  <a:pt x="1813303" y="1309716"/>
                  <a:pt x="1306713" y="1750017"/>
                </a:cubicBezTo>
                <a:lnTo>
                  <a:pt x="0" y="2922064"/>
                </a:lnTo>
                <a:lnTo>
                  <a:pt x="0" y="1865493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picture into </a:t>
            </a:r>
            <a:br>
              <a:rPr lang="en-US" dirty="0"/>
            </a:br>
            <a:r>
              <a:rPr lang="en-US" dirty="0"/>
              <a:t>wing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E1E841-6C35-66E8-AD24-ED2435B5C57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191ED-E404-604A-E4F9-0F12E5587AFA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2AB90-F906-957C-A92E-84C8DC119E77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32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gradient overlay">
            <a:extLst>
              <a:ext uri="{FF2B5EF4-FFF2-40B4-BE49-F238E27FC236}">
                <a16:creationId xmlns:a16="http://schemas.microsoft.com/office/drawing/2014/main" id="{3B176CFC-DB9A-679D-3A3E-A359ED518A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8340977" cy="6858000"/>
          </a:xfrm>
          <a:prstGeom prst="rect">
            <a:avLst/>
          </a:prstGeom>
          <a:gradFill flip="none" rotWithShape="1">
            <a:gsLst>
              <a:gs pos="51000">
                <a:srgbClr val="FFFFFF">
                  <a:lumMod val="99000"/>
                  <a:lumOff val="1000"/>
                  <a:alpha val="85762"/>
                </a:srgbClr>
              </a:gs>
              <a:gs pos="99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White gradient overlay">
            <a:extLst>
              <a:ext uri="{FF2B5EF4-FFF2-40B4-BE49-F238E27FC236}">
                <a16:creationId xmlns:a16="http://schemas.microsoft.com/office/drawing/2014/main" id="{4DCBD0B1-72E0-F937-07A2-B2CD6BA4E3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882063" cy="6858000"/>
          </a:xfrm>
          <a:prstGeom prst="rect">
            <a:avLst/>
          </a:prstGeom>
          <a:gradFill flip="none" rotWithShape="1">
            <a:gsLst>
              <a:gs pos="51000">
                <a:srgbClr val="FFFFFF">
                  <a:lumMod val="99187"/>
                  <a:lumOff val="813"/>
                  <a:alpha val="75000"/>
                </a:srgbClr>
              </a:gs>
              <a:gs pos="99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Wing">
            <a:extLst>
              <a:ext uri="{FF2B5EF4-FFF2-40B4-BE49-F238E27FC236}">
                <a16:creationId xmlns:a16="http://schemas.microsoft.com/office/drawing/2014/main" id="{FE34C912-3F8D-D24D-B8A0-934104156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9625" t="-2049" b="4231"/>
          <a:stretch/>
        </p:blipFill>
        <p:spPr>
          <a:xfrm>
            <a:off x="-4093" y="0"/>
            <a:ext cx="210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248A11-665A-7245-CDCF-802FC3818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838" y="2743199"/>
            <a:ext cx="10058400" cy="1453323"/>
          </a:xfrm>
        </p:spPr>
        <p:txBody>
          <a:bodyPr anchor="b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F541A-2C20-DECF-8BD6-FAD856825A69}"/>
              </a:ext>
            </a:extLst>
          </p:cNvPr>
          <p:cNvSpPr/>
          <p:nvPr userDrawn="1"/>
        </p:nvSpPr>
        <p:spPr bwMode="ltGray">
          <a:xfrm>
            <a:off x="477838" y="4516834"/>
            <a:ext cx="2841309" cy="149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err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ADF83B-09FC-FF14-322A-C526AE042E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838" y="4937125"/>
            <a:ext cx="10058400" cy="83343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28600" indent="0">
              <a:buNone/>
              <a:defRPr/>
            </a:lvl2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Ionis Logo">
            <a:extLst>
              <a:ext uri="{FF2B5EF4-FFF2-40B4-BE49-F238E27FC236}">
                <a16:creationId xmlns:a16="http://schemas.microsoft.com/office/drawing/2014/main" id="{57FD82A1-52BA-4D1A-00CD-40902245F5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838" y="647910"/>
            <a:ext cx="2935605" cy="9589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9E205C-B499-DAD4-1761-F58D3520BC5F}"/>
              </a:ext>
            </a:extLst>
          </p:cNvPr>
          <p:cNvSpPr txBox="1"/>
          <p:nvPr userDrawn="1"/>
        </p:nvSpPr>
        <p:spPr>
          <a:xfrm>
            <a:off x="8819707" y="6108353"/>
            <a:ext cx="2536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tx2">
                    <a:alpha val="68060"/>
                  </a:schemeClr>
                </a:solidFill>
              </a:rPr>
              <a:t>Rick</a:t>
            </a:r>
          </a:p>
          <a:p>
            <a:pPr algn="r"/>
            <a:r>
              <a:rPr lang="en-US" sz="1200" i="1" dirty="0">
                <a:solidFill>
                  <a:schemeClr val="tx2">
                    <a:alpha val="68060"/>
                  </a:schemeClr>
                </a:solidFill>
              </a:rPr>
              <a:t>Living with FCS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381F2-2707-7F65-D57D-532F87245C8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B874ED-1A57-E56A-EEEC-233C64CF11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FD4EC8-CBF6-8963-E543-129BD1427C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59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C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hite gradient overlay">
            <a:extLst>
              <a:ext uri="{FF2B5EF4-FFF2-40B4-BE49-F238E27FC236}">
                <a16:creationId xmlns:a16="http://schemas.microsoft.com/office/drawing/2014/main" id="{F9AA63CD-CC5E-4762-430F-EFD284FBFD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95954" cy="6858000"/>
          </a:xfrm>
          <a:prstGeom prst="rect">
            <a:avLst/>
          </a:prstGeom>
          <a:gradFill flip="none" rotWithShape="1">
            <a:gsLst>
              <a:gs pos="51000">
                <a:srgbClr val="FFFFFF">
                  <a:lumMod val="99187"/>
                  <a:lumOff val="813"/>
                  <a:alpha val="79000"/>
                </a:srgbClr>
              </a:gs>
              <a:gs pos="99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White gradient overlay">
            <a:extLst>
              <a:ext uri="{FF2B5EF4-FFF2-40B4-BE49-F238E27FC236}">
                <a16:creationId xmlns:a16="http://schemas.microsoft.com/office/drawing/2014/main" id="{C0F87DBF-EA9B-B27A-E934-E107F6034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882063" cy="6858000"/>
          </a:xfrm>
          <a:prstGeom prst="rect">
            <a:avLst/>
          </a:prstGeom>
          <a:gradFill flip="none" rotWithShape="1">
            <a:gsLst>
              <a:gs pos="51000">
                <a:srgbClr val="FFFFFF">
                  <a:lumMod val="99187"/>
                  <a:lumOff val="813"/>
                  <a:alpha val="75000"/>
                </a:srgbClr>
              </a:gs>
              <a:gs pos="99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Wing">
            <a:extLst>
              <a:ext uri="{FF2B5EF4-FFF2-40B4-BE49-F238E27FC236}">
                <a16:creationId xmlns:a16="http://schemas.microsoft.com/office/drawing/2014/main" id="{E11118A7-BFA6-9BE6-D467-E74B3F3FCF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9625" t="-2049" b="4231"/>
          <a:stretch/>
        </p:blipFill>
        <p:spPr>
          <a:xfrm>
            <a:off x="-4093" y="0"/>
            <a:ext cx="210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248A11-665A-7245-CDCF-802FC3818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838" y="2743199"/>
            <a:ext cx="10058400" cy="1453323"/>
          </a:xfrm>
        </p:spPr>
        <p:txBody>
          <a:bodyPr anchor="b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F541A-2C20-DECF-8BD6-FAD856825A69}"/>
              </a:ext>
            </a:extLst>
          </p:cNvPr>
          <p:cNvSpPr/>
          <p:nvPr userDrawn="1"/>
        </p:nvSpPr>
        <p:spPr bwMode="ltGray">
          <a:xfrm>
            <a:off x="477838" y="4516834"/>
            <a:ext cx="2841309" cy="149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err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ADF83B-09FC-FF14-322A-C526AE042E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838" y="4937125"/>
            <a:ext cx="10058400" cy="83343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28600" indent="0">
              <a:buNone/>
              <a:defRPr/>
            </a:lvl2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Ionis Logo">
            <a:extLst>
              <a:ext uri="{FF2B5EF4-FFF2-40B4-BE49-F238E27FC236}">
                <a16:creationId xmlns:a16="http://schemas.microsoft.com/office/drawing/2014/main" id="{57FD82A1-52BA-4D1A-00CD-40902245F5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838" y="647910"/>
            <a:ext cx="2935605" cy="95896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1BAF3-008F-F2AB-8E33-353F0A3564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FD7AE4A-1A3C-0FD8-FF90-2A3FD1D8C6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Ionis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20D8ED9-69A0-ECA3-7103-548EFDF324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74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09C5892-2C39-A9A2-C118-DD2CA4C6615A}"/>
              </a:ext>
            </a:extLst>
          </p:cNvPr>
          <p:cNvSpPr/>
          <p:nvPr userDrawn="1"/>
        </p:nvSpPr>
        <p:spPr bwMode="grayWhite">
          <a:xfrm>
            <a:off x="-2" y="3747123"/>
            <a:ext cx="12191999" cy="3125165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56000"/>
                </a:schemeClr>
              </a:gs>
              <a:gs pos="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11EB5C-E697-038F-010B-4257364F7DB7}"/>
              </a:ext>
            </a:extLst>
          </p:cNvPr>
          <p:cNvSpPr/>
          <p:nvPr userDrawn="1"/>
        </p:nvSpPr>
        <p:spPr>
          <a:xfrm>
            <a:off x="-2" y="1"/>
            <a:ext cx="12191999" cy="271617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248A11-665A-7245-CDCF-802FC3818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4072009"/>
            <a:ext cx="9144000" cy="1065059"/>
          </a:xfrm>
        </p:spPr>
        <p:txBody>
          <a:bodyPr anchor="b"/>
          <a:lstStyle>
            <a:lvl1pPr algn="ctr">
              <a:defRPr sz="36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CLOSING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ADF83B-09FC-FF14-322A-C526AE042E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5381243"/>
            <a:ext cx="9144000" cy="45332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" name="Ionis Logo">
            <a:extLst>
              <a:ext uri="{FF2B5EF4-FFF2-40B4-BE49-F238E27FC236}">
                <a16:creationId xmlns:a16="http://schemas.microsoft.com/office/drawing/2014/main" id="{6C4B856E-25D8-C145-8349-BA3C4CB8FF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8197" y="643637"/>
            <a:ext cx="2935605" cy="95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190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Wing" hidden="1">
            <a:extLst>
              <a:ext uri="{FF2B5EF4-FFF2-40B4-BE49-F238E27FC236}">
                <a16:creationId xmlns:a16="http://schemas.microsoft.com/office/drawing/2014/main" id="{AFD307AC-1B8E-0895-64A2-0E23B27AE0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625" t="-2049" b="4231"/>
          <a:stretch/>
        </p:blipFill>
        <p:spPr>
          <a:xfrm>
            <a:off x="-4093" y="0"/>
            <a:ext cx="210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A76618-3B7F-7EF8-1464-63F341FF9B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838" y="2743200"/>
            <a:ext cx="10058400" cy="1453323"/>
          </a:xfrm>
        </p:spPr>
        <p:txBody>
          <a:bodyPr anchor="b"/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33586-D970-3B04-B46A-A09E22BB3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838" y="4936814"/>
            <a:ext cx="10058400" cy="792066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Ionis Logo">
            <a:extLst>
              <a:ext uri="{FF2B5EF4-FFF2-40B4-BE49-F238E27FC236}">
                <a16:creationId xmlns:a16="http://schemas.microsoft.com/office/drawing/2014/main" id="{5A1DA01E-1DC6-B879-F16D-6E3CFD7386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838" y="647910"/>
            <a:ext cx="2935605" cy="9589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CDC062A-CF0E-AA6A-0EA7-2CCD1AFDD925}"/>
              </a:ext>
            </a:extLst>
          </p:cNvPr>
          <p:cNvSpPr>
            <a:spLocks/>
          </p:cNvSpPr>
          <p:nvPr userDrawn="1"/>
        </p:nvSpPr>
        <p:spPr bwMode="invGray">
          <a:xfrm>
            <a:off x="477838" y="4516834"/>
            <a:ext cx="2841309" cy="149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BBE8C-6925-6672-8EB9-57C7B17FA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D8EA3-2449-3C97-F7EB-EB880B393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36F29-97B3-5B94-B9AE-A1E6778B8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426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Wing" hidden="1">
            <a:extLst>
              <a:ext uri="{FF2B5EF4-FFF2-40B4-BE49-F238E27FC236}">
                <a16:creationId xmlns:a16="http://schemas.microsoft.com/office/drawing/2014/main" id="{C84E80A4-D783-F08A-4ECC-BFF2FD036C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625" t="-2049" b="4231"/>
          <a:stretch/>
        </p:blipFill>
        <p:spPr>
          <a:xfrm>
            <a:off x="-4093" y="0"/>
            <a:ext cx="210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D8E2AA-6F55-FE8B-A8ED-F12361A131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838" y="2743199"/>
            <a:ext cx="10058400" cy="1453323"/>
          </a:xfrm>
        </p:spPr>
        <p:txBody>
          <a:bodyPr anchor="b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Section Header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F5911-387A-9597-1B52-E5E276D9A7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7838" y="4936814"/>
            <a:ext cx="10058400" cy="79206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FED1FD-2337-766B-26C3-9D905419507B}"/>
              </a:ext>
            </a:extLst>
          </p:cNvPr>
          <p:cNvSpPr/>
          <p:nvPr userDrawn="1"/>
        </p:nvSpPr>
        <p:spPr bwMode="invGray">
          <a:xfrm>
            <a:off x="477838" y="4516834"/>
            <a:ext cx="2841309" cy="149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err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FEF53-18C2-525C-0AD4-3508DE29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0149-45BF-70CE-F1DC-05623066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A1105-189E-40E1-7AA5-45238F89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21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311A-E342-F4DC-4F38-780D654D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829A1-2388-D86C-AD32-7F192E17F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0EB4A-5CFD-8C70-D41E-07FB5DC3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A2E8A-DC01-BC3E-24B3-B6865C4C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1830D-B5E9-B9FC-C771-D6B56B612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24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25A8D4-C52F-C883-75F0-E1D1B2B2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B68E2-AE10-51D7-D80A-6E4CBA1E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27253-E857-943C-03EE-F79436343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BFC855-4333-9E92-8EBE-52FA7823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0B0AA8-F7A8-DF23-6EF1-3139265362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1257300"/>
            <a:ext cx="11582400" cy="25075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7BEFB31-1514-36A4-EA6D-95760E3579B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3855182"/>
            <a:ext cx="11582400" cy="25075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7537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8A4E2-F467-932D-FFAF-94BA9A764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582400" cy="7907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5A559-6335-E6D3-7FDC-9ABF3D660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57300"/>
            <a:ext cx="5715000" cy="5105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E94C1-2456-5881-9BE6-0D303E795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57300"/>
            <a:ext cx="57150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56647-E6D7-8C82-7C85-1F7707D8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C33A8-AB51-B8E1-211E-078738715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0B25D-00F8-9E1F-7CAF-D386567E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115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1DCE2-A3FA-7420-23AC-7B01D637D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257300"/>
            <a:ext cx="5692775" cy="700198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E51EE-5BE0-FAFB-3149-11870AA02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" y="2041451"/>
            <a:ext cx="5692775" cy="43212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038FE7-7A75-51C1-E6CF-A9532F63E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6389" y="1257300"/>
            <a:ext cx="5720811" cy="700198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3DD3E-7A95-DE31-82FB-E37D1D48F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6389" y="2041451"/>
            <a:ext cx="5720811" cy="432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AFB7B6-B4DB-C57C-7197-14C711E4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E1543C-BAA2-4BBD-5F4A-1A522C78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820D22-DAF5-4BC2-2E43-6FE99BE5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56B0600-EC8D-9439-15A2-FCCF8A8C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582400" cy="7907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02589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F737-6096-F1C5-57C7-5DE3BA6C3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582400" cy="7907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3398AA-B180-1B94-B87C-49F06BD7F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DC77BB-721F-68D5-909B-1B548FC3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A0109-1ACB-2621-7E5F-A2AF38C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6E827B-49ED-AF11-E8DC-A88798DF60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1257300"/>
            <a:ext cx="3657600" cy="5105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A67C53A-4569-45A5-74B9-A5D81544E80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1257300"/>
            <a:ext cx="3657600" cy="5105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A42DA97-2F8A-99A5-4A7C-03AE9E303D4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29600" y="1257300"/>
            <a:ext cx="3657600" cy="5105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0327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C55A4-9A31-DF52-A8FE-2D6D0803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1D55A0-32D1-CE31-52F9-904C8ECC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0DD54-A1F4-41C1-6D0F-D309F986F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1151B-FCA7-45A7-14EE-99CFD5D1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69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AF6B1-CEB1-A522-9251-F2AB3CE1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BD976-3E97-57E1-613C-643755B4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C515B-02AF-1E57-F59B-028C1DB8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1FDA-96D9-4B6C-93F0-41FFECC96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6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image" Target="../media/image4.sv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21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Wing">
            <a:extLst>
              <a:ext uri="{FF2B5EF4-FFF2-40B4-BE49-F238E27FC236}">
                <a16:creationId xmlns:a16="http://schemas.microsoft.com/office/drawing/2014/main" id="{71F01772-7042-7DA9-C34F-992F86A5F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39625" t="-2049" b="4231"/>
          <a:stretch/>
        </p:blipFill>
        <p:spPr>
          <a:xfrm>
            <a:off x="-4093" y="0"/>
            <a:ext cx="21082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014C74-145D-57D6-883E-DAC3E6E4A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582400" cy="7907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4785E-5CEA-41D3-E8FE-2B963F403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257301"/>
            <a:ext cx="11582400" cy="5105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EF9C9-44E0-FB41-2AA8-5AC0BFA27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4800" y="6553201"/>
            <a:ext cx="723900" cy="190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060C4-DA88-277C-D0D1-9C7107918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0221" y="6553201"/>
            <a:ext cx="6471558" cy="190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7DE34-42FA-5245-B87D-7A857B61B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3504" y="6553201"/>
            <a:ext cx="488496" cy="190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Ionis Logo">
            <a:extLst>
              <a:ext uri="{FF2B5EF4-FFF2-40B4-BE49-F238E27FC236}">
                <a16:creationId xmlns:a16="http://schemas.microsoft.com/office/drawing/2014/main" id="{4A6D7B7D-C57D-349C-6B72-F71D72B60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t="2" r="-721" b="-4376"/>
          <a:stretch/>
        </p:blipFill>
        <p:spPr>
          <a:xfrm>
            <a:off x="10726910" y="6505844"/>
            <a:ext cx="737632" cy="24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7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79" r:id="rId4"/>
    <p:sldLayoutId id="2147483650" r:id="rId5"/>
    <p:sldLayoutId id="2147483660" r:id="rId6"/>
    <p:sldLayoutId id="2147483652" r:id="rId7"/>
    <p:sldLayoutId id="2147483653" r:id="rId8"/>
    <p:sldLayoutId id="2147483661" r:id="rId9"/>
    <p:sldLayoutId id="2147483654" r:id="rId10"/>
    <p:sldLayoutId id="2147483655" r:id="rId11"/>
    <p:sldLayoutId id="2147483680" r:id="rId12"/>
    <p:sldLayoutId id="2147483681" r:id="rId13"/>
    <p:sldLayoutId id="2147483678" r:id="rId14"/>
    <p:sldLayoutId id="2147483664" r:id="rId15"/>
    <p:sldLayoutId id="2147483666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69863" indent="-169863" algn="l" defTabSz="914400" rtl="0" eaLnBrk="1" latinLnBrk="0" hangingPunct="1">
        <a:lnSpc>
          <a:spcPct val="90000"/>
        </a:lnSpc>
        <a:spcBef>
          <a:spcPts val="0"/>
        </a:spcBef>
        <a:spcAft>
          <a:spcPts val="1000"/>
        </a:spcAft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−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1698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855663" indent="-1698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−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030288" indent="-174625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28" userDrawn="1">
          <p15:clr>
            <a:srgbClr val="5ACBF0"/>
          </p15:clr>
        </p15:guide>
        <p15:guide id="2" pos="3840" userDrawn="1">
          <p15:clr>
            <a:srgbClr val="5ACBF0"/>
          </p15:clr>
        </p15:guide>
        <p15:guide id="3" pos="192" userDrawn="1">
          <p15:clr>
            <a:srgbClr val="5ACBF0"/>
          </p15:clr>
        </p15:guide>
        <p15:guide id="4" pos="7488" userDrawn="1">
          <p15:clr>
            <a:srgbClr val="5ACBF0"/>
          </p15:clr>
        </p15:guide>
        <p15:guide id="5" orient="horz" pos="192" userDrawn="1">
          <p15:clr>
            <a:srgbClr val="5ACBF0"/>
          </p15:clr>
        </p15:guide>
        <p15:guide id="6" orient="horz" pos="4248" userDrawn="1">
          <p15:clr>
            <a:srgbClr val="5ACBF0"/>
          </p15:clr>
        </p15:guide>
        <p15:guide id="7" orient="horz" pos="4008" userDrawn="1">
          <p15:clr>
            <a:srgbClr val="F26B43"/>
          </p15:clr>
        </p15:guide>
        <p15:guide id="8" pos="298" userDrawn="1">
          <p15:clr>
            <a:srgbClr val="F26B43"/>
          </p15:clr>
        </p15:guide>
        <p15:guide id="9" orient="horz" pos="2160" userDrawn="1">
          <p15:clr>
            <a:srgbClr val="5ACBF0"/>
          </p15:clr>
        </p15:guide>
        <p15:guide id="10" orient="horz" pos="79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014C74-145D-57D6-883E-DAC3E6E4A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582400" cy="7907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4785E-5CEA-41D3-E8FE-2B963F403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257301"/>
            <a:ext cx="11582400" cy="5105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EF9C9-44E0-FB41-2AA8-5AC0BFA27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4800" y="6553201"/>
            <a:ext cx="723900" cy="190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060C4-DA88-277C-D0D1-9C7107918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0221" y="6553201"/>
            <a:ext cx="6471558" cy="190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r>
              <a:rPr lang="en-US"/>
              <a:t>Ionis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7DE34-42FA-5245-B87D-7A857B61B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3504" y="6553201"/>
            <a:ext cx="488496" cy="190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165B1FDA-96D9-4B6C-93F0-41FFECC9634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Ionis Logo">
            <a:extLst>
              <a:ext uri="{FF2B5EF4-FFF2-40B4-BE49-F238E27FC236}">
                <a16:creationId xmlns:a16="http://schemas.microsoft.com/office/drawing/2014/main" id="{4A6D7B7D-C57D-349C-6B72-F71D72B60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2" r="-721" b="-4376"/>
          <a:stretch/>
        </p:blipFill>
        <p:spPr>
          <a:xfrm>
            <a:off x="10726910" y="6505844"/>
            <a:ext cx="737632" cy="24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69863" indent="-169863" algn="l" defTabSz="914400" rtl="0" eaLnBrk="1" latinLnBrk="0" hangingPunct="1">
        <a:lnSpc>
          <a:spcPct val="90000"/>
        </a:lnSpc>
        <a:spcBef>
          <a:spcPts val="0"/>
        </a:spcBef>
        <a:spcAft>
          <a:spcPts val="1000"/>
        </a:spcAft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−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1698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855663" indent="-1698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−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030288" indent="-174625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28" userDrawn="1">
          <p15:clr>
            <a:srgbClr val="5ACBF0"/>
          </p15:clr>
        </p15:guide>
        <p15:guide id="2" pos="3840" userDrawn="1">
          <p15:clr>
            <a:srgbClr val="5ACBF0"/>
          </p15:clr>
        </p15:guide>
        <p15:guide id="3" pos="192" userDrawn="1">
          <p15:clr>
            <a:srgbClr val="5ACBF0"/>
          </p15:clr>
        </p15:guide>
        <p15:guide id="4" pos="7488" userDrawn="1">
          <p15:clr>
            <a:srgbClr val="5ACBF0"/>
          </p15:clr>
        </p15:guide>
        <p15:guide id="5" orient="horz" pos="192" userDrawn="1">
          <p15:clr>
            <a:srgbClr val="5ACBF0"/>
          </p15:clr>
        </p15:guide>
        <p15:guide id="6" orient="horz" pos="4248" userDrawn="1">
          <p15:clr>
            <a:srgbClr val="5ACBF0"/>
          </p15:clr>
        </p15:guide>
        <p15:guide id="7" orient="horz" pos="4008" userDrawn="1">
          <p15:clr>
            <a:srgbClr val="F26B43"/>
          </p15:clr>
        </p15:guide>
        <p15:guide id="8" pos="298" userDrawn="1">
          <p15:clr>
            <a:srgbClr val="F26B43"/>
          </p15:clr>
        </p15:guide>
        <p15:guide id="9" orient="horz" pos="2160" userDrawn="1">
          <p15:clr>
            <a:srgbClr val="5ACBF0"/>
          </p15:clr>
        </p15:guide>
        <p15:guide id="10" orient="horz" pos="7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607234-3DEE-177E-F464-692B481662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3BD32B7-17E4-989D-CA90-8A25175DB5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2AA34C-F814-D69B-3AFD-3E89F1A4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Ionis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330810"/>
      </p:ext>
    </p:extLst>
  </p:cSld>
  <p:clrMapOvr>
    <a:masterClrMapping/>
  </p:clrMapOvr>
</p:sld>
</file>

<file path=ppt/theme/theme1.xml><?xml version="1.0" encoding="utf-8"?>
<a:theme xmlns:a="http://schemas.openxmlformats.org/drawingml/2006/main" name="Ionis Corporate">
  <a:themeElements>
    <a:clrScheme name="Ionis - Primary/Tints/Secondary">
      <a:dk1>
        <a:srgbClr val="000000"/>
      </a:dk1>
      <a:lt1>
        <a:srgbClr val="FFFFFF"/>
      </a:lt1>
      <a:dk2>
        <a:srgbClr val="53565A"/>
      </a:dk2>
      <a:lt2>
        <a:srgbClr val="EBECEE"/>
      </a:lt2>
      <a:accent1>
        <a:srgbClr val="A20067"/>
      </a:accent1>
      <a:accent2>
        <a:srgbClr val="D70073"/>
      </a:accent2>
      <a:accent3>
        <a:srgbClr val="FFAF00"/>
      </a:accent3>
      <a:accent4>
        <a:srgbClr val="71A6E7"/>
      </a:accent4>
      <a:accent5>
        <a:srgbClr val="0EAA0E"/>
      </a:accent5>
      <a:accent6>
        <a:srgbClr val="08608D"/>
      </a:accent6>
      <a:hlink>
        <a:srgbClr val="D70073"/>
      </a:hlink>
      <a:folHlink>
        <a:srgbClr val="95999D"/>
      </a:folHlink>
    </a:clrScheme>
    <a:fontScheme name="Ion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Tint Pink">
      <a:srgbClr val="FEE4FC"/>
    </a:custClr>
    <a:custClr name="Tint Yellow">
      <a:srgbClr val="F5F08B"/>
    </a:custClr>
    <a:custClr name="Tint Green">
      <a:srgbClr val="BEE169"/>
    </a:custClr>
    <a:custClr name="Tint Cool Gray 1">
      <a:srgbClr val="EBECEE"/>
    </a:custClr>
    <a:custClr name="Secondary Blue">
      <a:srgbClr val="71A6E7"/>
    </a:custClr>
    <a:custClr name="Secondary Green">
      <a:srgbClr val="0EAA0E"/>
    </a:custClr>
    <a:custClr name="Secondary Lime">
      <a:srgbClr val="EDF950"/>
    </a:custClr>
    <a:custClr name="Secondary Cool Gray 11">
      <a:srgbClr val="53565A"/>
    </a:custClr>
    <a:custClr name="-">
      <a:srgbClr val="F0F0F0"/>
    </a:custClr>
    <a:custClr name="-">
      <a:srgbClr val="F0F0F0"/>
    </a:custClr>
  </a:custClrLst>
  <a:extLst>
    <a:ext uri="{05A4C25C-085E-4340-85A3-A5531E510DB2}">
      <thm15:themeFamily xmlns:thm15="http://schemas.microsoft.com/office/thememl/2012/main" name="Ionis_Corporate_202409v5_NewPhoto.potx" id="{94C72588-1FDB-4951-9CEB-0E8C9FB3A978}" vid="{3836A6B7-2715-4B7B-A0EA-66DB191123C0}"/>
    </a:ext>
  </a:extLst>
</a:theme>
</file>

<file path=ppt/theme/theme2.xml><?xml version="1.0" encoding="utf-8"?>
<a:theme xmlns:a="http://schemas.openxmlformats.org/drawingml/2006/main" name="Ionis Corporate - No Wing">
  <a:themeElements>
    <a:clrScheme name="Ionis - Primary/Tints/Secondary">
      <a:dk1>
        <a:srgbClr val="000000"/>
      </a:dk1>
      <a:lt1>
        <a:srgbClr val="FFFFFF"/>
      </a:lt1>
      <a:dk2>
        <a:srgbClr val="53565A"/>
      </a:dk2>
      <a:lt2>
        <a:srgbClr val="EBECEE"/>
      </a:lt2>
      <a:accent1>
        <a:srgbClr val="A20067"/>
      </a:accent1>
      <a:accent2>
        <a:srgbClr val="D70073"/>
      </a:accent2>
      <a:accent3>
        <a:srgbClr val="FFAF00"/>
      </a:accent3>
      <a:accent4>
        <a:srgbClr val="71A6E7"/>
      </a:accent4>
      <a:accent5>
        <a:srgbClr val="0EAA0E"/>
      </a:accent5>
      <a:accent6>
        <a:srgbClr val="08608D"/>
      </a:accent6>
      <a:hlink>
        <a:srgbClr val="D70073"/>
      </a:hlink>
      <a:folHlink>
        <a:srgbClr val="95999D"/>
      </a:folHlink>
    </a:clrScheme>
    <a:fontScheme name="Ion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Tint Pink">
      <a:srgbClr val="FEE4FC"/>
    </a:custClr>
    <a:custClr name="Tint Yellow">
      <a:srgbClr val="F5F08B"/>
    </a:custClr>
    <a:custClr name="Tint Green">
      <a:srgbClr val="BEE169"/>
    </a:custClr>
    <a:custClr name="Tint Cool Gray 1">
      <a:srgbClr val="EBECEE"/>
    </a:custClr>
    <a:custClr name="Secondary Blue">
      <a:srgbClr val="71A6E7"/>
    </a:custClr>
    <a:custClr name="Secondary Green">
      <a:srgbClr val="0EAA0E"/>
    </a:custClr>
    <a:custClr name="Secondary Lime">
      <a:srgbClr val="EDF950"/>
    </a:custClr>
    <a:custClr name="Secondary Cool Gray 11">
      <a:srgbClr val="53565A"/>
    </a:custClr>
    <a:custClr name="-">
      <a:srgbClr val="F0F0F0"/>
    </a:custClr>
    <a:custClr name="-">
      <a:srgbClr val="F0F0F0"/>
    </a:custClr>
  </a:custClrLst>
  <a:extLst>
    <a:ext uri="{05A4C25C-085E-4340-85A3-A5531E510DB2}">
      <thm15:themeFamily xmlns:thm15="http://schemas.microsoft.com/office/thememl/2012/main" name="Ionis_Corporate_202409v5_NewPhoto.potx" id="{94C72588-1FDB-4951-9CEB-0E8C9FB3A978}" vid="{223B1C34-FC68-4F80-948D-CC70307E5FF4}"/>
    </a:ext>
  </a:extLst>
</a:theme>
</file>

<file path=ppt/theme/theme3.xml><?xml version="1.0" encoding="utf-8"?>
<a:theme xmlns:a="http://schemas.openxmlformats.org/drawingml/2006/main" name="Office Theme">
  <a:themeElements>
    <a:clrScheme name="Ionis_UPDATE_Again">
      <a:dk1>
        <a:srgbClr val="000000"/>
      </a:dk1>
      <a:lt1>
        <a:srgbClr val="FFFFFF"/>
      </a:lt1>
      <a:dk2>
        <a:srgbClr val="53565A"/>
      </a:dk2>
      <a:lt2>
        <a:srgbClr val="EBECEE"/>
      </a:lt2>
      <a:accent1>
        <a:srgbClr val="A20067"/>
      </a:accent1>
      <a:accent2>
        <a:srgbClr val="E0087F"/>
      </a:accent2>
      <a:accent3>
        <a:srgbClr val="F8B000"/>
      </a:accent3>
      <a:accent4>
        <a:srgbClr val="71A4E7"/>
      </a:accent4>
      <a:accent5>
        <a:srgbClr val="31AA0C"/>
      </a:accent5>
      <a:accent6>
        <a:srgbClr val="F4F08C"/>
      </a:accent6>
      <a:hlink>
        <a:srgbClr val="E0087F"/>
      </a:hlink>
      <a:folHlink>
        <a:srgbClr val="95999D"/>
      </a:folHlink>
    </a:clrScheme>
    <a:fontScheme name="Ion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Ionis_UPDATE_Again">
      <a:dk1>
        <a:srgbClr val="000000"/>
      </a:dk1>
      <a:lt1>
        <a:srgbClr val="FFFFFF"/>
      </a:lt1>
      <a:dk2>
        <a:srgbClr val="53565A"/>
      </a:dk2>
      <a:lt2>
        <a:srgbClr val="EBECEE"/>
      </a:lt2>
      <a:accent1>
        <a:srgbClr val="A20067"/>
      </a:accent1>
      <a:accent2>
        <a:srgbClr val="E0087F"/>
      </a:accent2>
      <a:accent3>
        <a:srgbClr val="F8B000"/>
      </a:accent3>
      <a:accent4>
        <a:srgbClr val="71A4E7"/>
      </a:accent4>
      <a:accent5>
        <a:srgbClr val="31AA0C"/>
      </a:accent5>
      <a:accent6>
        <a:srgbClr val="F4F08C"/>
      </a:accent6>
      <a:hlink>
        <a:srgbClr val="E0087F"/>
      </a:hlink>
      <a:folHlink>
        <a:srgbClr val="95999D"/>
      </a:folHlink>
    </a:clrScheme>
    <a:fontScheme name="Ion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Ionis Corporate</Template>
  <TotalTime>0</TotalTime>
  <Words>3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Ionis Corporate</vt:lpstr>
      <vt:lpstr>Ionis Corporate - No Wing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Jenny Frazier</dc:creator>
  <dc:description>Ionis Corporate Template 202409</dc:description>
  <cp:lastModifiedBy>Jenny Frazier</cp:lastModifiedBy>
  <cp:revision>2</cp:revision>
  <dcterms:created xsi:type="dcterms:W3CDTF">2024-09-17T17:24:23Z</dcterms:created>
  <dcterms:modified xsi:type="dcterms:W3CDTF">2024-09-17T17:30:44Z</dcterms:modified>
</cp:coreProperties>
</file>